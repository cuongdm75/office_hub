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HUB V1.1 RELEASE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Sẵn sàng cho việc ra mắt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tính năng mới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Hỗ trợ UIA, COM Automation</a:t>
            </a:r>
          </a:p>
          <a:p>
            <a:pPr lvl="1"/>
            <a:r>
              <a:t>Tích hợp Mobile React Native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