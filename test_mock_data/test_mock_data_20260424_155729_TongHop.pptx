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3A7BF-7336-8DC0-7C20-88147A280F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BFA786-4ACA-64F3-0D62-E81700E8FB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373139-FE5A-AE5B-DA3C-80D81E0FD1B3}"/>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5" name="Footer Placeholder 4">
            <a:extLst>
              <a:ext uri="{FF2B5EF4-FFF2-40B4-BE49-F238E27FC236}">
                <a16:creationId xmlns:a16="http://schemas.microsoft.com/office/drawing/2014/main" id="{CA0DE21E-95CE-B224-15E5-53E374A57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2AAD0-D0DE-9395-9088-C1BDEF949803}"/>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1253967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2F4DE-2676-DDC6-0D00-BAF1BF84BC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EC8B85-804C-8C1C-C061-E2108776AE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BD88B4-C3D2-DB1D-817C-6A094CBDB661}"/>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5" name="Footer Placeholder 4">
            <a:extLst>
              <a:ext uri="{FF2B5EF4-FFF2-40B4-BE49-F238E27FC236}">
                <a16:creationId xmlns:a16="http://schemas.microsoft.com/office/drawing/2014/main" id="{FBFC5CBA-C0A8-98AD-400B-867A2911F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C62D0-77E9-E272-FAFC-8525ACF066F5}"/>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2549141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C4E88-A15F-50A9-A59F-3333A79255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3278BE8-6FD1-893A-56D4-48D114E38F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AF97D0-DDCE-EF77-A993-7E7B911A9A32}"/>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5" name="Footer Placeholder 4">
            <a:extLst>
              <a:ext uri="{FF2B5EF4-FFF2-40B4-BE49-F238E27FC236}">
                <a16:creationId xmlns:a16="http://schemas.microsoft.com/office/drawing/2014/main" id="{EA91C0AA-57F7-6BB8-C70E-67E9239ABA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C1FE02-3542-E873-6698-3CD9AAC9EBED}"/>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4245971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11836-1ACE-2318-5532-BFD8C9240E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02C3E-F50E-A2F4-A2BE-5095E7B6B1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4CAF76-5C99-F7D9-D916-8376C8D8BF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DA9BE0-C2B6-7124-15DA-ADF2A41578B2}"/>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6" name="Footer Placeholder 5">
            <a:extLst>
              <a:ext uri="{FF2B5EF4-FFF2-40B4-BE49-F238E27FC236}">
                <a16:creationId xmlns:a16="http://schemas.microsoft.com/office/drawing/2014/main" id="{9C10F7E0-2F2F-95C7-6E17-CAD224814E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938D7D-6067-C57E-BBB9-7C6D5368D046}"/>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3840082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5B7BE-EC05-C001-77BC-CC1AD6233D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56855E-26E5-2B80-8291-0226CB016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B015A4-9570-B501-A5D1-18A32277F7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DDD24C-CA39-BA01-6B3E-57770DD0CA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F2182C-75A4-F145-F7B3-85AAC1ED0F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0D22E0-E90C-9389-400B-C4647DDE3BC6}"/>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8" name="Footer Placeholder 7">
            <a:extLst>
              <a:ext uri="{FF2B5EF4-FFF2-40B4-BE49-F238E27FC236}">
                <a16:creationId xmlns:a16="http://schemas.microsoft.com/office/drawing/2014/main" id="{4470AAB1-41E2-05C6-D210-EC684C08B7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6618DB-03F1-7357-416D-04F5BF636AFE}"/>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92166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832A9-929D-EB13-42DB-113E377381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67528E-56DC-32D4-97C3-AD21AE9BCC17}"/>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4" name="Footer Placeholder 3">
            <a:extLst>
              <a:ext uri="{FF2B5EF4-FFF2-40B4-BE49-F238E27FC236}">
                <a16:creationId xmlns:a16="http://schemas.microsoft.com/office/drawing/2014/main" id="{C821CB49-0DD2-1B26-CDD5-440F9E25C8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66C1EA-B441-9B0D-54B7-A99B3E00D9D7}"/>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593801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0BE52B-5DAE-C3C5-D3DC-08EDAA2E81BA}"/>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3" name="Footer Placeholder 2">
            <a:extLst>
              <a:ext uri="{FF2B5EF4-FFF2-40B4-BE49-F238E27FC236}">
                <a16:creationId xmlns:a16="http://schemas.microsoft.com/office/drawing/2014/main" id="{645122AB-EE2B-DD2F-1F9B-9E7C85660E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059B15-198A-F7B3-DC95-35A697476D45}"/>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3306483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28F6-A5F6-F0C7-2725-EE35D6795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CA6534-9067-09BA-CD39-573CB7710B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A57227-9D7D-14C0-E63D-36F8CA0407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024EE5-08D4-C428-B72C-0E0B8749C0C4}"/>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6" name="Footer Placeholder 5">
            <a:extLst>
              <a:ext uri="{FF2B5EF4-FFF2-40B4-BE49-F238E27FC236}">
                <a16:creationId xmlns:a16="http://schemas.microsoft.com/office/drawing/2014/main" id="{55175C32-B98A-0B99-7F4F-124E9BB6D3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1CEDB4-D9B7-6997-EAC4-75CA0E1EACC1}"/>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852424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08CC1-E4AA-C38D-7570-34483FAC14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2343A8-EAB4-8D2B-C06F-8F1B1C293A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2CF158-4A94-F1AA-D479-5EB5F02B33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1031A-34C8-4FD1-21DD-AC7C3FAA5137}"/>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6" name="Footer Placeholder 5">
            <a:extLst>
              <a:ext uri="{FF2B5EF4-FFF2-40B4-BE49-F238E27FC236}">
                <a16:creationId xmlns:a16="http://schemas.microsoft.com/office/drawing/2014/main" id="{514BF23C-629F-8A60-E502-18FD39F1D5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1C7AE8-4179-7151-DEF8-B9255C47851A}"/>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2898560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175F2-5A43-EA74-F6B1-2912FF703D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6FF47-1A35-90B3-6197-7DCD802DF8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815B3-B694-5ED2-AE30-044FF2A69E52}"/>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5" name="Footer Placeholder 4">
            <a:extLst>
              <a:ext uri="{FF2B5EF4-FFF2-40B4-BE49-F238E27FC236}">
                <a16:creationId xmlns:a16="http://schemas.microsoft.com/office/drawing/2014/main" id="{C19F9E49-2125-F1B9-2083-BFA2C60700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D967DF-EACA-0BE5-85C0-22CA7BDCDEEA}"/>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2655748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6BC59C-C67A-4383-76B7-90DA47FC9B1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902DDA-748C-F5C6-784B-49A7184539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94618C-9D51-53CB-A15C-097A30EAFE40}"/>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5" name="Footer Placeholder 4">
            <a:extLst>
              <a:ext uri="{FF2B5EF4-FFF2-40B4-BE49-F238E27FC236}">
                <a16:creationId xmlns:a16="http://schemas.microsoft.com/office/drawing/2014/main" id="{9935E435-A20F-778C-646F-9172DF7676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B0916C-A97C-9EED-E973-B6347502201B}"/>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786397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86FC-6433-A0BE-BB7C-57BE349F1B50}"/>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EBAD2D2A-EE31-7247-66BC-BDDCE971940D}"/>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9178E-61A4-0CED-B1C8-808873D07222}"/>
              </a:ext>
            </a:extLst>
          </p:cNvPr>
          <p:cNvSpPr>
            <a:spLocks noGrp="1"/>
          </p:cNvSpPr>
          <p:nvPr>
            <p:ph type="dt" sz="half" idx="10"/>
          </p:nvPr>
        </p:nvSpPr>
        <p:spPr/>
        <p:txBody>
          <a:bodyPr/>
          <a:lstStyle/>
          <a:p>
            <a:fld id="{3A85BDF4-1B03-49EC-BEE0-A6B5DB8A8F23}" type="datetimeFigureOut">
              <a:rPr lang="en-US" smtClean="0"/>
              <a:t>4/24/2026</a:t>
            </a:fld>
            <a:endParaRPr lang="en-US"/>
          </a:p>
        </p:txBody>
      </p:sp>
      <p:sp>
        <p:nvSpPr>
          <p:cNvPr id="5" name="Footer Placeholder 4">
            <a:extLst>
              <a:ext uri="{FF2B5EF4-FFF2-40B4-BE49-F238E27FC236}">
                <a16:creationId xmlns:a16="http://schemas.microsoft.com/office/drawing/2014/main" id="{DE24FDD3-1A90-2149-1322-3823ADF9B2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895F1-3019-A469-5CE7-04B7C763ABDF}"/>
              </a:ext>
            </a:extLst>
          </p:cNvPr>
          <p:cNvSpPr>
            <a:spLocks noGrp="1"/>
          </p:cNvSpPr>
          <p:nvPr>
            <p:ph type="sldNum" sz="quarter" idx="12"/>
          </p:nvPr>
        </p:nvSpPr>
        <p:spPr/>
        <p:txBody>
          <a:bodyPr/>
          <a:lstStyle/>
          <a:p>
            <a:fld id="{4C405710-8B87-4CE8-973E-8FE4333DF1DE}" type="slidenum">
              <a:rPr lang="en-US" smtClean="0"/>
              <a:t>‹#›</a:t>
            </a:fld>
            <a:endParaRPr lang="en-US"/>
          </a:p>
        </p:txBody>
      </p:sp>
    </p:spTree>
    <p:extLst>
      <p:ext uri="{BB962C8B-B14F-4D97-AF65-F5344CB8AC3E}">
        <p14:creationId xmlns:p14="http://schemas.microsoft.com/office/powerpoint/2010/main" val="906328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14AFD8-3F2B-1071-59E3-5218AE9A8B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54F08B-ADA6-C379-AD05-5F7766D6CE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0703B-0C0B-8CAA-6DDE-D4929FCC57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85BDF4-1B03-49EC-BEE0-A6B5DB8A8F23}" type="datetimeFigureOut">
              <a:rPr lang="en-US" smtClean="0"/>
              <a:t>4/24/2026</a:t>
            </a:fld>
            <a:endParaRPr lang="en-US"/>
          </a:p>
        </p:txBody>
      </p:sp>
      <p:sp>
        <p:nvSpPr>
          <p:cNvPr id="5" name="Footer Placeholder 4">
            <a:extLst>
              <a:ext uri="{FF2B5EF4-FFF2-40B4-BE49-F238E27FC236}">
                <a16:creationId xmlns:a16="http://schemas.microsoft.com/office/drawing/2014/main" id="{34983703-C8DF-B49A-6079-4F68D1DBB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8B4FC62-856C-26A4-23D1-2725CB5485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405710-8B87-4CE8-973E-8FE4333DF1DE}" type="slidenum">
              <a:rPr lang="en-US" smtClean="0"/>
              <a:t>‹#›</a:t>
            </a:fld>
            <a:endParaRPr lang="en-US"/>
          </a:p>
        </p:txBody>
      </p:sp>
    </p:spTree>
    <p:extLst>
      <p:ext uri="{BB962C8B-B14F-4D97-AF65-F5344CB8AC3E}">
        <p14:creationId xmlns:p14="http://schemas.microsoft.com/office/powerpoint/2010/main" val="37353510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2905F-3610-6D0B-E268-419F86481C57}"/>
              </a:ext>
            </a:extLst>
          </p:cNvPr>
          <p:cNvSpPr>
            <a:spLocks noGrp="1"/>
          </p:cNvSpPr>
          <p:nvPr>
            <p:ph type="title"/>
          </p:nvPr>
        </p:nvSpPr>
        <p:spPr/>
        <p:txBody>
          <a:bodyPr/>
          <a:lstStyle/>
          <a:p>
            <a:r>
              <a:rPr lang="en-US"/>
              <a:t>Presentation_Template.pptx</a:t>
            </a:r>
          </a:p>
        </p:txBody>
      </p:sp>
      <p:sp>
        <p:nvSpPr>
          <p:cNvPr id="3" name="Text Placeholder 2">
            <a:extLst>
              <a:ext uri="{FF2B5EF4-FFF2-40B4-BE49-F238E27FC236}">
                <a16:creationId xmlns:a16="http://schemas.microsoft.com/office/drawing/2014/main" id="{216F010E-04D7-2C1D-B1F9-7E4FC205C154}"/>
              </a:ext>
            </a:extLst>
          </p:cNvPr>
          <p:cNvSpPr>
            <a:spLocks noGrp="1"/>
          </p:cNvSpPr>
          <p:nvPr>
            <p:ph type="body" idx="1"/>
          </p:nvPr>
        </p:nvSpPr>
        <p:spPr/>
        <p:txBody>
          <a:bodyPr/>
          <a:lstStyle/>
          <a:p>
            <a:r>
              <a:rPr lang="en-US"/>
              <a:t>`Presentation_Template.pptx` (PowerPoint, 28.6 KB) – 3 dòng.</a:t>
            </a:r>
          </a:p>
        </p:txBody>
      </p:sp>
    </p:spTree>
    <p:extLst>
      <p:ext uri="{BB962C8B-B14F-4D97-AF65-F5344CB8AC3E}">
        <p14:creationId xmlns:p14="http://schemas.microsoft.com/office/powerpoint/2010/main" val="3686915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024F5-45BA-2A1D-DEE2-FD3EE9F287BB}"/>
              </a:ext>
            </a:extLst>
          </p:cNvPr>
          <p:cNvSpPr>
            <a:spLocks noGrp="1"/>
          </p:cNvSpPr>
          <p:nvPr>
            <p:ph type="title"/>
          </p:nvPr>
        </p:nvSpPr>
        <p:spPr/>
        <p:txBody>
          <a:bodyPr/>
          <a:lstStyle/>
          <a:p>
            <a:r>
              <a:rPr lang="en-US"/>
              <a:t>BaoCao_Q4.xlsx</a:t>
            </a:r>
          </a:p>
        </p:txBody>
      </p:sp>
      <p:sp>
        <p:nvSpPr>
          <p:cNvPr id="3" name="Text Placeholder 2">
            <a:extLst>
              <a:ext uri="{FF2B5EF4-FFF2-40B4-BE49-F238E27FC236}">
                <a16:creationId xmlns:a16="http://schemas.microsoft.com/office/drawing/2014/main" id="{00780466-D37D-FBCE-A618-C205425A72B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95550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FBCC-2441-B146-DD46-EB2E230CAC05}"/>
              </a:ext>
            </a:extLst>
          </p:cNvPr>
          <p:cNvSpPr>
            <a:spLocks noGrp="1"/>
          </p:cNvSpPr>
          <p:nvPr>
            <p:ph type="title"/>
          </p:nvPr>
        </p:nvSpPr>
        <p:spPr/>
        <p:txBody>
          <a:bodyPr/>
          <a:lstStyle/>
          <a:p>
            <a:r>
              <a:rPr lang="en-US"/>
              <a:t>~$BaoCao_Q4.xlsx</a:t>
            </a:r>
          </a:p>
        </p:txBody>
      </p:sp>
      <p:sp>
        <p:nvSpPr>
          <p:cNvPr id="3" name="Text Placeholder 2">
            <a:extLst>
              <a:ext uri="{FF2B5EF4-FFF2-40B4-BE49-F238E27FC236}">
                <a16:creationId xmlns:a16="http://schemas.microsoft.com/office/drawing/2014/main" id="{A80DA0F1-D61E-B3E4-5E6D-515F1D83B081}"/>
              </a:ext>
            </a:extLst>
          </p:cNvPr>
          <p:cNvSpPr>
            <a:spLocks noGrp="1"/>
          </p:cNvSpPr>
          <p:nvPr>
            <p:ph type="body" idx="1"/>
          </p:nvPr>
        </p:nvSpPr>
        <p:spPr/>
        <p:txBody>
          <a:bodyPr/>
          <a:lstStyle/>
          <a:p>
            <a:r>
              <a:rPr lang="en-US"/>
              <a:t>Không thể đọc nội dung `~$BaoCao_Q4.xlsx`.</a:t>
            </a:r>
          </a:p>
        </p:txBody>
      </p:sp>
    </p:spTree>
    <p:extLst>
      <p:ext uri="{BB962C8B-B14F-4D97-AF65-F5344CB8AC3E}">
        <p14:creationId xmlns:p14="http://schemas.microsoft.com/office/powerpoint/2010/main" val="151006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C96B2-F6AE-5E33-9D94-614975C60A02}"/>
              </a:ext>
            </a:extLst>
          </p:cNvPr>
          <p:cNvSpPr>
            <a:spLocks noGrp="1"/>
          </p:cNvSpPr>
          <p:nvPr>
            <p:ph type="title"/>
          </p:nvPr>
        </p:nvSpPr>
        <p:spPr/>
        <p:txBody>
          <a:bodyPr/>
          <a:lstStyle/>
          <a:p>
            <a:r>
              <a:rPr lang="en-US"/>
              <a:t>test_mock_data_20260424_155312_TongHop.pptx</a:t>
            </a:r>
          </a:p>
        </p:txBody>
      </p:sp>
      <p:sp>
        <p:nvSpPr>
          <p:cNvPr id="3" name="Text Placeholder 2">
            <a:extLst>
              <a:ext uri="{FF2B5EF4-FFF2-40B4-BE49-F238E27FC236}">
                <a16:creationId xmlns:a16="http://schemas.microsoft.com/office/drawing/2014/main" id="{94EAB126-6C2F-D325-11AD-FE1F924C208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02925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912F7-66F6-5C6C-40B3-61A4D85E9AC9}"/>
              </a:ext>
            </a:extLst>
          </p:cNvPr>
          <p:cNvSpPr>
            <a:spLocks noGrp="1"/>
          </p:cNvSpPr>
          <p:nvPr>
            <p:ph type="title"/>
          </p:nvPr>
        </p:nvSpPr>
        <p:spPr/>
        <p:txBody>
          <a:bodyPr/>
          <a:lstStyle/>
          <a:p>
            <a:r>
              <a:rPr lang="en-US"/>
              <a:t>DuAn_TongHop.docx</a:t>
            </a:r>
          </a:p>
        </p:txBody>
      </p:sp>
      <p:sp>
        <p:nvSpPr>
          <p:cNvPr id="3" name="Text Placeholder 2">
            <a:extLst>
              <a:ext uri="{FF2B5EF4-FFF2-40B4-BE49-F238E27FC236}">
                <a16:creationId xmlns:a16="http://schemas.microsoft.com/office/drawing/2014/main" id="{EFA6D04B-6C1B-7C15-6B18-8BDD589F1AE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50722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C479-071D-8C3E-F4D2-BA735F03A089}"/>
              </a:ext>
            </a:extLst>
          </p:cNvPr>
          <p:cNvSpPr>
            <a:spLocks noGrp="1"/>
          </p:cNvSpPr>
          <p:nvPr>
            <p:ph type="title"/>
          </p:nvPr>
        </p:nvSpPr>
        <p:spPr/>
        <p:txBody>
          <a:bodyPr/>
          <a:lstStyle/>
          <a:p>
            <a:r>
              <a:rPr lang="en-US"/>
              <a:t>test_mock_data_20260424_155552_TongHop.pptx</a:t>
            </a:r>
          </a:p>
        </p:txBody>
      </p:sp>
      <p:sp>
        <p:nvSpPr>
          <p:cNvPr id="3" name="Text Placeholder 2">
            <a:extLst>
              <a:ext uri="{FF2B5EF4-FFF2-40B4-BE49-F238E27FC236}">
                <a16:creationId xmlns:a16="http://schemas.microsoft.com/office/drawing/2014/main" id="{8ECE1071-E8CF-FD5E-E895-62184BCC591D}"/>
              </a:ext>
            </a:extLst>
          </p:cNvPr>
          <p:cNvSpPr>
            <a:spLocks noGrp="1"/>
          </p:cNvSpPr>
          <p:nvPr>
            <p:ph type="body" idx="1"/>
          </p:nvPr>
        </p:nvSpPr>
        <p:spPr/>
        <p:txBody>
          <a:bodyPr/>
          <a:lstStyle/>
          <a:p>
            <a:r>
              <a:rPr lang="vi-VN"/>
              <a:t>Tài liệu PowerPoint gồm 4 slide, chủ yếu liệt kê các tham chiếu đến tên tệp tin khác nhau thay vì nội dung báo cáo chi tiết. Các slide chứa liên kết đến nhiều định dạng file như Excel (BaoCao_Q4.xlsx), Word (DuAn_TongHop.docx) và PowerPoint khác. Cụ thể, Slide 1 và Slide 3 đề cập đến file báo cáo quý và tài liệu dự án, trong khi Slide 2 và 4 liên quan đến mẫu trình bày và file tổng hợp trước đó. Hiện tại, không có số liệu thống kê hay nội dung văn bản cụ thể nào được trích xuất từ cấu trúc mô tả này.</a:t>
            </a:r>
            <a:endParaRPr lang="en-US"/>
          </a:p>
        </p:txBody>
      </p:sp>
    </p:spTree>
    <p:extLst>
      <p:ext uri="{BB962C8B-B14F-4D97-AF65-F5344CB8AC3E}">
        <p14:creationId xmlns:p14="http://schemas.microsoft.com/office/powerpoint/2010/main" val="1261959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199</Words>
  <Application>Microsoft Office PowerPoint</Application>
  <PresentationFormat>Widescreen</PresentationFormat>
  <Paragraphs>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Presentation_Template.pptx</vt:lpstr>
      <vt:lpstr>BaoCao_Q4.xlsx</vt:lpstr>
      <vt:lpstr>~$BaoCao_Q4.xlsx</vt:lpstr>
      <vt:lpstr>test_mock_data_20260424_155312_TongHop.pptx</vt:lpstr>
      <vt:lpstr>DuAn_TongHop.docx</vt:lpstr>
      <vt:lpstr>test_mock_data_20260424_155552_TongHop.pptx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Cuong, Dinh Manh (PA)</dc:creator>
  <cp:lastModifiedBy>Cuong, Dinh Manh (PA)</cp:lastModifiedBy>
  <cp:revision>1</cp:revision>
  <dcterms:created xsi:type="dcterms:W3CDTF">2026-04-24T15:57:30Z</dcterms:created>
  <dcterms:modified xsi:type="dcterms:W3CDTF">2026-04-24T15:57:30Z</dcterms:modified>
</cp:coreProperties>
</file>