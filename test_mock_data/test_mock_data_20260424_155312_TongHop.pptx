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BEC5A-365D-AF30-11BE-B5FC9B75ED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C4B04B2-69D7-2682-9A79-4964BF51EC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D9F494E-C397-AE06-57DE-87FB4916A5A0}"/>
              </a:ext>
            </a:extLst>
          </p:cNvPr>
          <p:cNvSpPr>
            <a:spLocks noGrp="1"/>
          </p:cNvSpPr>
          <p:nvPr>
            <p:ph type="dt" sz="half" idx="10"/>
          </p:nvPr>
        </p:nvSpPr>
        <p:spPr/>
        <p:txBody>
          <a:bodyPr/>
          <a:lstStyle/>
          <a:p>
            <a:fld id="{C9694B9D-7EC1-4CB4-B7CC-A352559A3129}" type="datetimeFigureOut">
              <a:rPr lang="en-US" smtClean="0"/>
              <a:t>4/24/2026</a:t>
            </a:fld>
            <a:endParaRPr lang="en-US"/>
          </a:p>
        </p:txBody>
      </p:sp>
      <p:sp>
        <p:nvSpPr>
          <p:cNvPr id="5" name="Footer Placeholder 4">
            <a:extLst>
              <a:ext uri="{FF2B5EF4-FFF2-40B4-BE49-F238E27FC236}">
                <a16:creationId xmlns:a16="http://schemas.microsoft.com/office/drawing/2014/main" id="{7FA59018-1F8D-7E0B-591B-7C3BDFAE2F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F1A540-C123-EC95-BD17-8FE26541F467}"/>
              </a:ext>
            </a:extLst>
          </p:cNvPr>
          <p:cNvSpPr>
            <a:spLocks noGrp="1"/>
          </p:cNvSpPr>
          <p:nvPr>
            <p:ph type="sldNum" sz="quarter" idx="12"/>
          </p:nvPr>
        </p:nvSpPr>
        <p:spPr/>
        <p:txBody>
          <a:bodyPr/>
          <a:lstStyle/>
          <a:p>
            <a:fld id="{422831E8-A62E-442E-87A7-324C9EF42649}" type="slidenum">
              <a:rPr lang="en-US" smtClean="0"/>
              <a:t>‹#›</a:t>
            </a:fld>
            <a:endParaRPr lang="en-US"/>
          </a:p>
        </p:txBody>
      </p:sp>
    </p:spTree>
    <p:extLst>
      <p:ext uri="{BB962C8B-B14F-4D97-AF65-F5344CB8AC3E}">
        <p14:creationId xmlns:p14="http://schemas.microsoft.com/office/powerpoint/2010/main" val="3187617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37DA8-D7BF-E02A-9603-14AE054233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6ACA0A-312D-7DCE-7DC8-48A093C5D6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6848D1-7EEB-2971-6039-A15C46B518D4}"/>
              </a:ext>
            </a:extLst>
          </p:cNvPr>
          <p:cNvSpPr>
            <a:spLocks noGrp="1"/>
          </p:cNvSpPr>
          <p:nvPr>
            <p:ph type="dt" sz="half" idx="10"/>
          </p:nvPr>
        </p:nvSpPr>
        <p:spPr/>
        <p:txBody>
          <a:bodyPr/>
          <a:lstStyle/>
          <a:p>
            <a:fld id="{C9694B9D-7EC1-4CB4-B7CC-A352559A3129}" type="datetimeFigureOut">
              <a:rPr lang="en-US" smtClean="0"/>
              <a:t>4/24/2026</a:t>
            </a:fld>
            <a:endParaRPr lang="en-US"/>
          </a:p>
        </p:txBody>
      </p:sp>
      <p:sp>
        <p:nvSpPr>
          <p:cNvPr id="5" name="Footer Placeholder 4">
            <a:extLst>
              <a:ext uri="{FF2B5EF4-FFF2-40B4-BE49-F238E27FC236}">
                <a16:creationId xmlns:a16="http://schemas.microsoft.com/office/drawing/2014/main" id="{E93BB44D-109E-5B7A-807D-973E2FE14F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3E0DEA-8E5E-5356-097B-170A5843555E}"/>
              </a:ext>
            </a:extLst>
          </p:cNvPr>
          <p:cNvSpPr>
            <a:spLocks noGrp="1"/>
          </p:cNvSpPr>
          <p:nvPr>
            <p:ph type="sldNum" sz="quarter" idx="12"/>
          </p:nvPr>
        </p:nvSpPr>
        <p:spPr/>
        <p:txBody>
          <a:bodyPr/>
          <a:lstStyle/>
          <a:p>
            <a:fld id="{422831E8-A62E-442E-87A7-324C9EF42649}" type="slidenum">
              <a:rPr lang="en-US" smtClean="0"/>
              <a:t>‹#›</a:t>
            </a:fld>
            <a:endParaRPr lang="en-US"/>
          </a:p>
        </p:txBody>
      </p:sp>
    </p:spTree>
    <p:extLst>
      <p:ext uri="{BB962C8B-B14F-4D97-AF65-F5344CB8AC3E}">
        <p14:creationId xmlns:p14="http://schemas.microsoft.com/office/powerpoint/2010/main" val="3221426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CA2E1-CD3D-57AE-A778-75DF02EAAB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8CBB58C-822F-C39C-FEA9-3B4BB2758F4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72F2D6-4CE6-4CD5-33BD-F1381429DDE0}"/>
              </a:ext>
            </a:extLst>
          </p:cNvPr>
          <p:cNvSpPr>
            <a:spLocks noGrp="1"/>
          </p:cNvSpPr>
          <p:nvPr>
            <p:ph type="dt" sz="half" idx="10"/>
          </p:nvPr>
        </p:nvSpPr>
        <p:spPr/>
        <p:txBody>
          <a:bodyPr/>
          <a:lstStyle/>
          <a:p>
            <a:fld id="{C9694B9D-7EC1-4CB4-B7CC-A352559A3129}" type="datetimeFigureOut">
              <a:rPr lang="en-US" smtClean="0"/>
              <a:t>4/24/2026</a:t>
            </a:fld>
            <a:endParaRPr lang="en-US"/>
          </a:p>
        </p:txBody>
      </p:sp>
      <p:sp>
        <p:nvSpPr>
          <p:cNvPr id="5" name="Footer Placeholder 4">
            <a:extLst>
              <a:ext uri="{FF2B5EF4-FFF2-40B4-BE49-F238E27FC236}">
                <a16:creationId xmlns:a16="http://schemas.microsoft.com/office/drawing/2014/main" id="{BEA9B042-C554-7E51-A8D7-650B69E034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AC99D0-8B21-88A7-4CEF-8F1DAD49D63A}"/>
              </a:ext>
            </a:extLst>
          </p:cNvPr>
          <p:cNvSpPr>
            <a:spLocks noGrp="1"/>
          </p:cNvSpPr>
          <p:nvPr>
            <p:ph type="sldNum" sz="quarter" idx="12"/>
          </p:nvPr>
        </p:nvSpPr>
        <p:spPr/>
        <p:txBody>
          <a:bodyPr/>
          <a:lstStyle/>
          <a:p>
            <a:fld id="{422831E8-A62E-442E-87A7-324C9EF42649}" type="slidenum">
              <a:rPr lang="en-US" smtClean="0"/>
              <a:t>‹#›</a:t>
            </a:fld>
            <a:endParaRPr lang="en-US"/>
          </a:p>
        </p:txBody>
      </p:sp>
    </p:spTree>
    <p:extLst>
      <p:ext uri="{BB962C8B-B14F-4D97-AF65-F5344CB8AC3E}">
        <p14:creationId xmlns:p14="http://schemas.microsoft.com/office/powerpoint/2010/main" val="15442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25E26-0DC5-B01D-8B0A-3595E27EC4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4B9BB5-4474-802B-4BFF-934EC97FFF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37C6A4-4EBC-0065-34DB-49DD82B43D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48B753-6085-E683-2681-A6D4BBC68447}"/>
              </a:ext>
            </a:extLst>
          </p:cNvPr>
          <p:cNvSpPr>
            <a:spLocks noGrp="1"/>
          </p:cNvSpPr>
          <p:nvPr>
            <p:ph type="dt" sz="half" idx="10"/>
          </p:nvPr>
        </p:nvSpPr>
        <p:spPr/>
        <p:txBody>
          <a:bodyPr/>
          <a:lstStyle/>
          <a:p>
            <a:fld id="{C9694B9D-7EC1-4CB4-B7CC-A352559A3129}" type="datetimeFigureOut">
              <a:rPr lang="en-US" smtClean="0"/>
              <a:t>4/24/2026</a:t>
            </a:fld>
            <a:endParaRPr lang="en-US"/>
          </a:p>
        </p:txBody>
      </p:sp>
      <p:sp>
        <p:nvSpPr>
          <p:cNvPr id="6" name="Footer Placeholder 5">
            <a:extLst>
              <a:ext uri="{FF2B5EF4-FFF2-40B4-BE49-F238E27FC236}">
                <a16:creationId xmlns:a16="http://schemas.microsoft.com/office/drawing/2014/main" id="{9D8EF72B-C192-07F7-5E30-5F7E252773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96B0D8-C652-A93F-1437-3CB30493B507}"/>
              </a:ext>
            </a:extLst>
          </p:cNvPr>
          <p:cNvSpPr>
            <a:spLocks noGrp="1"/>
          </p:cNvSpPr>
          <p:nvPr>
            <p:ph type="sldNum" sz="quarter" idx="12"/>
          </p:nvPr>
        </p:nvSpPr>
        <p:spPr/>
        <p:txBody>
          <a:bodyPr/>
          <a:lstStyle/>
          <a:p>
            <a:fld id="{422831E8-A62E-442E-87A7-324C9EF42649}" type="slidenum">
              <a:rPr lang="en-US" smtClean="0"/>
              <a:t>‹#›</a:t>
            </a:fld>
            <a:endParaRPr lang="en-US"/>
          </a:p>
        </p:txBody>
      </p:sp>
    </p:spTree>
    <p:extLst>
      <p:ext uri="{BB962C8B-B14F-4D97-AF65-F5344CB8AC3E}">
        <p14:creationId xmlns:p14="http://schemas.microsoft.com/office/powerpoint/2010/main" val="2904831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A0AA0-E5B8-16B8-F4BF-8589AFE7652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4D66A7E-93DF-2A45-A21A-67A01D141D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B8CED9-3420-4B4E-AD8A-937641C8DF9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4045AB4-3C84-168C-7FD4-F454CCC4E2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A8FB90-9950-D2A8-BBFC-EB6D2675E5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5E01641-2787-AD8C-5312-C6D30CEC7217}"/>
              </a:ext>
            </a:extLst>
          </p:cNvPr>
          <p:cNvSpPr>
            <a:spLocks noGrp="1"/>
          </p:cNvSpPr>
          <p:nvPr>
            <p:ph type="dt" sz="half" idx="10"/>
          </p:nvPr>
        </p:nvSpPr>
        <p:spPr/>
        <p:txBody>
          <a:bodyPr/>
          <a:lstStyle/>
          <a:p>
            <a:fld id="{C9694B9D-7EC1-4CB4-B7CC-A352559A3129}" type="datetimeFigureOut">
              <a:rPr lang="en-US" smtClean="0"/>
              <a:t>4/24/2026</a:t>
            </a:fld>
            <a:endParaRPr lang="en-US"/>
          </a:p>
        </p:txBody>
      </p:sp>
      <p:sp>
        <p:nvSpPr>
          <p:cNvPr id="8" name="Footer Placeholder 7">
            <a:extLst>
              <a:ext uri="{FF2B5EF4-FFF2-40B4-BE49-F238E27FC236}">
                <a16:creationId xmlns:a16="http://schemas.microsoft.com/office/drawing/2014/main" id="{A0B9D50A-7DB1-2E1B-1986-21B56E253D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E62A52-E825-7BF9-9992-6B239ED03547}"/>
              </a:ext>
            </a:extLst>
          </p:cNvPr>
          <p:cNvSpPr>
            <a:spLocks noGrp="1"/>
          </p:cNvSpPr>
          <p:nvPr>
            <p:ph type="sldNum" sz="quarter" idx="12"/>
          </p:nvPr>
        </p:nvSpPr>
        <p:spPr/>
        <p:txBody>
          <a:bodyPr/>
          <a:lstStyle/>
          <a:p>
            <a:fld id="{422831E8-A62E-442E-87A7-324C9EF42649}" type="slidenum">
              <a:rPr lang="en-US" smtClean="0"/>
              <a:t>‹#›</a:t>
            </a:fld>
            <a:endParaRPr lang="en-US"/>
          </a:p>
        </p:txBody>
      </p:sp>
    </p:spTree>
    <p:extLst>
      <p:ext uri="{BB962C8B-B14F-4D97-AF65-F5344CB8AC3E}">
        <p14:creationId xmlns:p14="http://schemas.microsoft.com/office/powerpoint/2010/main" val="2827672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57C03-8F10-2BED-F4D1-3E601D3806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AC6B2E1-8660-0C41-420B-A84019D84B62}"/>
              </a:ext>
            </a:extLst>
          </p:cNvPr>
          <p:cNvSpPr>
            <a:spLocks noGrp="1"/>
          </p:cNvSpPr>
          <p:nvPr>
            <p:ph type="dt" sz="half" idx="10"/>
          </p:nvPr>
        </p:nvSpPr>
        <p:spPr/>
        <p:txBody>
          <a:bodyPr/>
          <a:lstStyle/>
          <a:p>
            <a:fld id="{C9694B9D-7EC1-4CB4-B7CC-A352559A3129}" type="datetimeFigureOut">
              <a:rPr lang="en-US" smtClean="0"/>
              <a:t>4/24/2026</a:t>
            </a:fld>
            <a:endParaRPr lang="en-US"/>
          </a:p>
        </p:txBody>
      </p:sp>
      <p:sp>
        <p:nvSpPr>
          <p:cNvPr id="4" name="Footer Placeholder 3">
            <a:extLst>
              <a:ext uri="{FF2B5EF4-FFF2-40B4-BE49-F238E27FC236}">
                <a16:creationId xmlns:a16="http://schemas.microsoft.com/office/drawing/2014/main" id="{287372E0-D3BA-EB80-749D-7B04115434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737C1BC-F699-8234-A828-7109FB83783B}"/>
              </a:ext>
            </a:extLst>
          </p:cNvPr>
          <p:cNvSpPr>
            <a:spLocks noGrp="1"/>
          </p:cNvSpPr>
          <p:nvPr>
            <p:ph type="sldNum" sz="quarter" idx="12"/>
          </p:nvPr>
        </p:nvSpPr>
        <p:spPr/>
        <p:txBody>
          <a:bodyPr/>
          <a:lstStyle/>
          <a:p>
            <a:fld id="{422831E8-A62E-442E-87A7-324C9EF42649}" type="slidenum">
              <a:rPr lang="en-US" smtClean="0"/>
              <a:t>‹#›</a:t>
            </a:fld>
            <a:endParaRPr lang="en-US"/>
          </a:p>
        </p:txBody>
      </p:sp>
    </p:spTree>
    <p:extLst>
      <p:ext uri="{BB962C8B-B14F-4D97-AF65-F5344CB8AC3E}">
        <p14:creationId xmlns:p14="http://schemas.microsoft.com/office/powerpoint/2010/main" val="3058241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601BB7-C4A7-6FD5-E246-B1BD42784A18}"/>
              </a:ext>
            </a:extLst>
          </p:cNvPr>
          <p:cNvSpPr>
            <a:spLocks noGrp="1"/>
          </p:cNvSpPr>
          <p:nvPr>
            <p:ph type="dt" sz="half" idx="10"/>
          </p:nvPr>
        </p:nvSpPr>
        <p:spPr/>
        <p:txBody>
          <a:bodyPr/>
          <a:lstStyle/>
          <a:p>
            <a:fld id="{C9694B9D-7EC1-4CB4-B7CC-A352559A3129}" type="datetimeFigureOut">
              <a:rPr lang="en-US" smtClean="0"/>
              <a:t>4/24/2026</a:t>
            </a:fld>
            <a:endParaRPr lang="en-US"/>
          </a:p>
        </p:txBody>
      </p:sp>
      <p:sp>
        <p:nvSpPr>
          <p:cNvPr id="3" name="Footer Placeholder 2">
            <a:extLst>
              <a:ext uri="{FF2B5EF4-FFF2-40B4-BE49-F238E27FC236}">
                <a16:creationId xmlns:a16="http://schemas.microsoft.com/office/drawing/2014/main" id="{333974C4-3452-4BA8-2F91-678E61A707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372034-6B61-DC9B-3A3E-7FA2B295E5D3}"/>
              </a:ext>
            </a:extLst>
          </p:cNvPr>
          <p:cNvSpPr>
            <a:spLocks noGrp="1"/>
          </p:cNvSpPr>
          <p:nvPr>
            <p:ph type="sldNum" sz="quarter" idx="12"/>
          </p:nvPr>
        </p:nvSpPr>
        <p:spPr/>
        <p:txBody>
          <a:bodyPr/>
          <a:lstStyle/>
          <a:p>
            <a:fld id="{422831E8-A62E-442E-87A7-324C9EF42649}" type="slidenum">
              <a:rPr lang="en-US" smtClean="0"/>
              <a:t>‹#›</a:t>
            </a:fld>
            <a:endParaRPr lang="en-US"/>
          </a:p>
        </p:txBody>
      </p:sp>
    </p:spTree>
    <p:extLst>
      <p:ext uri="{BB962C8B-B14F-4D97-AF65-F5344CB8AC3E}">
        <p14:creationId xmlns:p14="http://schemas.microsoft.com/office/powerpoint/2010/main" val="749609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0C5FD-49BB-C1AB-D58C-08053BCA4B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BDDC296-2589-4AD7-E090-33F159FAD9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DF5717-6108-AFA5-B333-03D2D5E0A8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3B77D0-2A46-BB51-BB05-22717A6F5FF5}"/>
              </a:ext>
            </a:extLst>
          </p:cNvPr>
          <p:cNvSpPr>
            <a:spLocks noGrp="1"/>
          </p:cNvSpPr>
          <p:nvPr>
            <p:ph type="dt" sz="half" idx="10"/>
          </p:nvPr>
        </p:nvSpPr>
        <p:spPr/>
        <p:txBody>
          <a:bodyPr/>
          <a:lstStyle/>
          <a:p>
            <a:fld id="{C9694B9D-7EC1-4CB4-B7CC-A352559A3129}" type="datetimeFigureOut">
              <a:rPr lang="en-US" smtClean="0"/>
              <a:t>4/24/2026</a:t>
            </a:fld>
            <a:endParaRPr lang="en-US"/>
          </a:p>
        </p:txBody>
      </p:sp>
      <p:sp>
        <p:nvSpPr>
          <p:cNvPr id="6" name="Footer Placeholder 5">
            <a:extLst>
              <a:ext uri="{FF2B5EF4-FFF2-40B4-BE49-F238E27FC236}">
                <a16:creationId xmlns:a16="http://schemas.microsoft.com/office/drawing/2014/main" id="{AB9EAD3A-181C-226C-497B-711CCC8993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B2D70C-B6E0-DFFA-E1A4-6865C4984604}"/>
              </a:ext>
            </a:extLst>
          </p:cNvPr>
          <p:cNvSpPr>
            <a:spLocks noGrp="1"/>
          </p:cNvSpPr>
          <p:nvPr>
            <p:ph type="sldNum" sz="quarter" idx="12"/>
          </p:nvPr>
        </p:nvSpPr>
        <p:spPr/>
        <p:txBody>
          <a:bodyPr/>
          <a:lstStyle/>
          <a:p>
            <a:fld id="{422831E8-A62E-442E-87A7-324C9EF42649}" type="slidenum">
              <a:rPr lang="en-US" smtClean="0"/>
              <a:t>‹#›</a:t>
            </a:fld>
            <a:endParaRPr lang="en-US"/>
          </a:p>
        </p:txBody>
      </p:sp>
    </p:spTree>
    <p:extLst>
      <p:ext uri="{BB962C8B-B14F-4D97-AF65-F5344CB8AC3E}">
        <p14:creationId xmlns:p14="http://schemas.microsoft.com/office/powerpoint/2010/main" val="150131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914F2-D59C-12C4-E0E4-1F603E38DC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572B98B-6418-2B08-29AC-30D0F1D2B9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3A4DAF-6B70-4519-51AF-A3E750F380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DF9CF3-7145-23FC-6E5D-BABA038C34A3}"/>
              </a:ext>
            </a:extLst>
          </p:cNvPr>
          <p:cNvSpPr>
            <a:spLocks noGrp="1"/>
          </p:cNvSpPr>
          <p:nvPr>
            <p:ph type="dt" sz="half" idx="10"/>
          </p:nvPr>
        </p:nvSpPr>
        <p:spPr/>
        <p:txBody>
          <a:bodyPr/>
          <a:lstStyle/>
          <a:p>
            <a:fld id="{C9694B9D-7EC1-4CB4-B7CC-A352559A3129}" type="datetimeFigureOut">
              <a:rPr lang="en-US" smtClean="0"/>
              <a:t>4/24/2026</a:t>
            </a:fld>
            <a:endParaRPr lang="en-US"/>
          </a:p>
        </p:txBody>
      </p:sp>
      <p:sp>
        <p:nvSpPr>
          <p:cNvPr id="6" name="Footer Placeholder 5">
            <a:extLst>
              <a:ext uri="{FF2B5EF4-FFF2-40B4-BE49-F238E27FC236}">
                <a16:creationId xmlns:a16="http://schemas.microsoft.com/office/drawing/2014/main" id="{5509B6B2-E4FF-BCCD-64BB-92449EAE46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75ED9D-BAB1-5093-B831-6312FECC77E7}"/>
              </a:ext>
            </a:extLst>
          </p:cNvPr>
          <p:cNvSpPr>
            <a:spLocks noGrp="1"/>
          </p:cNvSpPr>
          <p:nvPr>
            <p:ph type="sldNum" sz="quarter" idx="12"/>
          </p:nvPr>
        </p:nvSpPr>
        <p:spPr/>
        <p:txBody>
          <a:bodyPr/>
          <a:lstStyle/>
          <a:p>
            <a:fld id="{422831E8-A62E-442E-87A7-324C9EF42649}" type="slidenum">
              <a:rPr lang="en-US" smtClean="0"/>
              <a:t>‹#›</a:t>
            </a:fld>
            <a:endParaRPr lang="en-US"/>
          </a:p>
        </p:txBody>
      </p:sp>
    </p:spTree>
    <p:extLst>
      <p:ext uri="{BB962C8B-B14F-4D97-AF65-F5344CB8AC3E}">
        <p14:creationId xmlns:p14="http://schemas.microsoft.com/office/powerpoint/2010/main" val="2485345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5E314-4CEC-226D-0654-A496042B48B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BD795D-964E-C7F1-554F-3C6769A390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EEB8CA-73D7-9BE0-53BD-8F5BFC50D055}"/>
              </a:ext>
            </a:extLst>
          </p:cNvPr>
          <p:cNvSpPr>
            <a:spLocks noGrp="1"/>
          </p:cNvSpPr>
          <p:nvPr>
            <p:ph type="dt" sz="half" idx="10"/>
          </p:nvPr>
        </p:nvSpPr>
        <p:spPr/>
        <p:txBody>
          <a:bodyPr/>
          <a:lstStyle/>
          <a:p>
            <a:fld id="{C9694B9D-7EC1-4CB4-B7CC-A352559A3129}" type="datetimeFigureOut">
              <a:rPr lang="en-US" smtClean="0"/>
              <a:t>4/24/2026</a:t>
            </a:fld>
            <a:endParaRPr lang="en-US"/>
          </a:p>
        </p:txBody>
      </p:sp>
      <p:sp>
        <p:nvSpPr>
          <p:cNvPr id="5" name="Footer Placeholder 4">
            <a:extLst>
              <a:ext uri="{FF2B5EF4-FFF2-40B4-BE49-F238E27FC236}">
                <a16:creationId xmlns:a16="http://schemas.microsoft.com/office/drawing/2014/main" id="{B01AD5AE-9250-476B-6B06-24FA9B9B84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9630B1-9DA2-27AF-B139-25DF7D6C66A5}"/>
              </a:ext>
            </a:extLst>
          </p:cNvPr>
          <p:cNvSpPr>
            <a:spLocks noGrp="1"/>
          </p:cNvSpPr>
          <p:nvPr>
            <p:ph type="sldNum" sz="quarter" idx="12"/>
          </p:nvPr>
        </p:nvSpPr>
        <p:spPr/>
        <p:txBody>
          <a:bodyPr/>
          <a:lstStyle/>
          <a:p>
            <a:fld id="{422831E8-A62E-442E-87A7-324C9EF42649}" type="slidenum">
              <a:rPr lang="en-US" smtClean="0"/>
              <a:t>‹#›</a:t>
            </a:fld>
            <a:endParaRPr lang="en-US"/>
          </a:p>
        </p:txBody>
      </p:sp>
    </p:spTree>
    <p:extLst>
      <p:ext uri="{BB962C8B-B14F-4D97-AF65-F5344CB8AC3E}">
        <p14:creationId xmlns:p14="http://schemas.microsoft.com/office/powerpoint/2010/main" val="191507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F78CC6-EDC9-6B24-1C31-47550A6ED4B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C16E9E-3487-C6A0-4A56-E0E76F13EE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9D394C-6110-38D1-6380-6D48BD7BB1F7}"/>
              </a:ext>
            </a:extLst>
          </p:cNvPr>
          <p:cNvSpPr>
            <a:spLocks noGrp="1"/>
          </p:cNvSpPr>
          <p:nvPr>
            <p:ph type="dt" sz="half" idx="10"/>
          </p:nvPr>
        </p:nvSpPr>
        <p:spPr/>
        <p:txBody>
          <a:bodyPr/>
          <a:lstStyle/>
          <a:p>
            <a:fld id="{C9694B9D-7EC1-4CB4-B7CC-A352559A3129}" type="datetimeFigureOut">
              <a:rPr lang="en-US" smtClean="0"/>
              <a:t>4/24/2026</a:t>
            </a:fld>
            <a:endParaRPr lang="en-US"/>
          </a:p>
        </p:txBody>
      </p:sp>
      <p:sp>
        <p:nvSpPr>
          <p:cNvPr id="5" name="Footer Placeholder 4">
            <a:extLst>
              <a:ext uri="{FF2B5EF4-FFF2-40B4-BE49-F238E27FC236}">
                <a16:creationId xmlns:a16="http://schemas.microsoft.com/office/drawing/2014/main" id="{20286F6B-04A6-9730-0CD0-AF65E93990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7A84F0-32DB-8A76-5AC9-B4C4155B0C6D}"/>
              </a:ext>
            </a:extLst>
          </p:cNvPr>
          <p:cNvSpPr>
            <a:spLocks noGrp="1"/>
          </p:cNvSpPr>
          <p:nvPr>
            <p:ph type="sldNum" sz="quarter" idx="12"/>
          </p:nvPr>
        </p:nvSpPr>
        <p:spPr/>
        <p:txBody>
          <a:bodyPr/>
          <a:lstStyle/>
          <a:p>
            <a:fld id="{422831E8-A62E-442E-87A7-324C9EF42649}" type="slidenum">
              <a:rPr lang="en-US" smtClean="0"/>
              <a:t>‹#›</a:t>
            </a:fld>
            <a:endParaRPr lang="en-US"/>
          </a:p>
        </p:txBody>
      </p:sp>
    </p:spTree>
    <p:extLst>
      <p:ext uri="{BB962C8B-B14F-4D97-AF65-F5344CB8AC3E}">
        <p14:creationId xmlns:p14="http://schemas.microsoft.com/office/powerpoint/2010/main" val="20082543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E8FFB-FA42-4B65-19E9-B4FEA5193DB5}"/>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A0F6E76B-294F-1E3E-8A9D-130222F6ECED}"/>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ED4442-21CC-8319-9B9E-AFC2E8D02109}"/>
              </a:ext>
            </a:extLst>
          </p:cNvPr>
          <p:cNvSpPr>
            <a:spLocks noGrp="1"/>
          </p:cNvSpPr>
          <p:nvPr>
            <p:ph type="dt" sz="half" idx="10"/>
          </p:nvPr>
        </p:nvSpPr>
        <p:spPr/>
        <p:txBody>
          <a:bodyPr/>
          <a:lstStyle/>
          <a:p>
            <a:fld id="{C9694B9D-7EC1-4CB4-B7CC-A352559A3129}" type="datetimeFigureOut">
              <a:rPr lang="en-US" smtClean="0"/>
              <a:t>4/24/2026</a:t>
            </a:fld>
            <a:endParaRPr lang="en-US"/>
          </a:p>
        </p:txBody>
      </p:sp>
      <p:sp>
        <p:nvSpPr>
          <p:cNvPr id="5" name="Footer Placeholder 4">
            <a:extLst>
              <a:ext uri="{FF2B5EF4-FFF2-40B4-BE49-F238E27FC236}">
                <a16:creationId xmlns:a16="http://schemas.microsoft.com/office/drawing/2014/main" id="{4CB9FDE0-21A7-73E9-10F5-BFC99025AB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C3117F-F86D-2AD4-729F-3B9AB8A32FF6}"/>
              </a:ext>
            </a:extLst>
          </p:cNvPr>
          <p:cNvSpPr>
            <a:spLocks noGrp="1"/>
          </p:cNvSpPr>
          <p:nvPr>
            <p:ph type="sldNum" sz="quarter" idx="12"/>
          </p:nvPr>
        </p:nvSpPr>
        <p:spPr/>
        <p:txBody>
          <a:bodyPr/>
          <a:lstStyle/>
          <a:p>
            <a:fld id="{422831E8-A62E-442E-87A7-324C9EF42649}" type="slidenum">
              <a:rPr lang="en-US" smtClean="0"/>
              <a:t>‹#›</a:t>
            </a:fld>
            <a:endParaRPr lang="en-US"/>
          </a:p>
        </p:txBody>
      </p:sp>
    </p:spTree>
    <p:extLst>
      <p:ext uri="{BB962C8B-B14F-4D97-AF65-F5344CB8AC3E}">
        <p14:creationId xmlns:p14="http://schemas.microsoft.com/office/powerpoint/2010/main" val="2562827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024E31-5286-56CA-F37D-FA008D35B7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223D02-0790-D58E-AEC3-F11CE839CA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3D4458-A962-03D2-202A-7E9B854112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9694B9D-7EC1-4CB4-B7CC-A352559A3129}" type="datetimeFigureOut">
              <a:rPr lang="en-US" smtClean="0"/>
              <a:t>4/24/2026</a:t>
            </a:fld>
            <a:endParaRPr lang="en-US"/>
          </a:p>
        </p:txBody>
      </p:sp>
      <p:sp>
        <p:nvSpPr>
          <p:cNvPr id="5" name="Footer Placeholder 4">
            <a:extLst>
              <a:ext uri="{FF2B5EF4-FFF2-40B4-BE49-F238E27FC236}">
                <a16:creationId xmlns:a16="http://schemas.microsoft.com/office/drawing/2014/main" id="{730E40AF-6887-6E37-8ED5-F8E508741B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07DB5F4-B4F2-617F-31B4-B6EC7F4E04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22831E8-A62E-442E-87A7-324C9EF42649}" type="slidenum">
              <a:rPr lang="en-US" smtClean="0"/>
              <a:t>‹#›</a:t>
            </a:fld>
            <a:endParaRPr lang="en-US"/>
          </a:p>
        </p:txBody>
      </p:sp>
    </p:spTree>
    <p:extLst>
      <p:ext uri="{BB962C8B-B14F-4D97-AF65-F5344CB8AC3E}">
        <p14:creationId xmlns:p14="http://schemas.microsoft.com/office/powerpoint/2010/main" val="17994803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B98E1-41AC-31D5-CA19-FD3D405A4657}"/>
              </a:ext>
            </a:extLst>
          </p:cNvPr>
          <p:cNvSpPr>
            <a:spLocks noGrp="1"/>
          </p:cNvSpPr>
          <p:nvPr>
            <p:ph type="title"/>
          </p:nvPr>
        </p:nvSpPr>
        <p:spPr/>
        <p:txBody>
          <a:bodyPr/>
          <a:lstStyle/>
          <a:p>
            <a:r>
              <a:rPr lang="en-US"/>
              <a:t>BaoCao_Q4.xlsx</a:t>
            </a:r>
          </a:p>
        </p:txBody>
      </p:sp>
      <p:sp>
        <p:nvSpPr>
          <p:cNvPr id="3" name="Text Placeholder 2">
            <a:extLst>
              <a:ext uri="{FF2B5EF4-FFF2-40B4-BE49-F238E27FC236}">
                <a16:creationId xmlns:a16="http://schemas.microsoft.com/office/drawing/2014/main" id="{633BCFA7-B73A-EB38-82E3-FEB446B9A3C6}"/>
              </a:ext>
            </a:extLst>
          </p:cNvPr>
          <p:cNvSpPr>
            <a:spLocks noGrp="1"/>
          </p:cNvSpPr>
          <p:nvPr>
            <p:ph type="body" idx="1"/>
          </p:nvPr>
        </p:nvSpPr>
        <p:spPr/>
        <p:txBody>
          <a:bodyPr/>
          <a:lstStyle/>
          <a:p>
            <a:r>
              <a:rPr lang="vi-VN"/>
              <a:t>Tài liệu `BaoCao_Q4.xlsx` trình bày dữ liệu tài chính quý 4 với các chỉ số doanh thu, chi phí và lợi nhuận từ tháng 10 đến tháng 12. Doanh thu có xu hướng tăng mạnh qua từng tháng, bắt đầu từ 1.5 tỷ VNĐ và đạt đỉnh 2.5 tỷ VNĐ vào cuối quý. Lợi nhuận cũng tăng trưởng tương ứng từ 700 triệu lên 1.3 tỷ VNĐ, trong khi chi phí hoạt động tăng từ 800 triệu lên 1.2 tỷ VNĐ. Đáng chú ý, cả ba tháng trong quý đều hoàn thành tốt và đạt chỉ tiêu đề ra.</a:t>
            </a:r>
            <a:endParaRPr lang="en-US"/>
          </a:p>
        </p:txBody>
      </p:sp>
    </p:spTree>
    <p:extLst>
      <p:ext uri="{BB962C8B-B14F-4D97-AF65-F5344CB8AC3E}">
        <p14:creationId xmlns:p14="http://schemas.microsoft.com/office/powerpoint/2010/main" val="1854141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0138B-91FA-3540-5B23-72C2289F93F8}"/>
              </a:ext>
            </a:extLst>
          </p:cNvPr>
          <p:cNvSpPr>
            <a:spLocks noGrp="1"/>
          </p:cNvSpPr>
          <p:nvPr>
            <p:ph type="title"/>
          </p:nvPr>
        </p:nvSpPr>
        <p:spPr/>
        <p:txBody>
          <a:bodyPr/>
          <a:lstStyle/>
          <a:p>
            <a:r>
              <a:rPr lang="en-US"/>
              <a:t>Presentation_Template.pptx</a:t>
            </a:r>
          </a:p>
        </p:txBody>
      </p:sp>
      <p:sp>
        <p:nvSpPr>
          <p:cNvPr id="3" name="Text Placeholder 2">
            <a:extLst>
              <a:ext uri="{FF2B5EF4-FFF2-40B4-BE49-F238E27FC236}">
                <a16:creationId xmlns:a16="http://schemas.microsoft.com/office/drawing/2014/main" id="{04E23398-C202-7400-FCEB-169B1663CD51}"/>
              </a:ext>
            </a:extLst>
          </p:cNvPr>
          <p:cNvSpPr>
            <a:spLocks noGrp="1"/>
          </p:cNvSpPr>
          <p:nvPr>
            <p:ph type="body" idx="1"/>
          </p:nvPr>
        </p:nvSpPr>
        <p:spPr/>
        <p:txBody>
          <a:bodyPr/>
          <a:lstStyle/>
          <a:p>
            <a:r>
              <a:rPr lang="vi-VN"/>
              <a:t>Tài liệu `Presentation_Template.pptx` bao gồm 2 slide trình bày về việc phát hành phiên bản mới của sản phẩm. Slide đầu tiên thông báo về OFFICE HUB V1.1 RELEASE, trong khi slide thứ hai mô tả các tính năng mới. Thông tin phiên bản V1.1 là dữ liệu cụ thể duy nhất được đề cập trong cấu trúc tệp này. Nội dung chủ yếu tập trung vào việc thông báo phát hành và liệt kê các cải tiến chức năng.</a:t>
            </a:r>
            <a:endParaRPr lang="en-US"/>
          </a:p>
        </p:txBody>
      </p:sp>
    </p:spTree>
    <p:extLst>
      <p:ext uri="{BB962C8B-B14F-4D97-AF65-F5344CB8AC3E}">
        <p14:creationId xmlns:p14="http://schemas.microsoft.com/office/powerpoint/2010/main" val="680325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2E1F0-3375-31F1-16B8-766426E33AB7}"/>
              </a:ext>
            </a:extLst>
          </p:cNvPr>
          <p:cNvSpPr>
            <a:spLocks noGrp="1"/>
          </p:cNvSpPr>
          <p:nvPr>
            <p:ph type="title"/>
          </p:nvPr>
        </p:nvSpPr>
        <p:spPr/>
        <p:txBody>
          <a:bodyPr/>
          <a:lstStyle/>
          <a:p>
            <a:r>
              <a:rPr lang="en-US"/>
              <a:t>DuAn_TongHop.docx</a:t>
            </a:r>
          </a:p>
        </p:txBody>
      </p:sp>
      <p:sp>
        <p:nvSpPr>
          <p:cNvPr id="3" name="Text Placeholder 2">
            <a:extLst>
              <a:ext uri="{FF2B5EF4-FFF2-40B4-BE49-F238E27FC236}">
                <a16:creationId xmlns:a16="http://schemas.microsoft.com/office/drawing/2014/main" id="{E6FF7A82-39CA-C743-8E85-3B45EFC00B8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828829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219</Words>
  <Application>Microsoft Office PowerPoint</Application>
  <PresentationFormat>Widescreen</PresentationFormat>
  <Paragraphs>5</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BaoCao_Q4.xlsx</vt:lpstr>
      <vt:lpstr>Presentation_Template.pptx</vt:lpstr>
      <vt:lpstr>DuAn_TongHop.docx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Cuong, Dinh Manh (PA)</dc:creator>
  <cp:lastModifiedBy>Cuong, Dinh Manh (PA)</cp:lastModifiedBy>
  <cp:revision>1</cp:revision>
  <dcterms:created xsi:type="dcterms:W3CDTF">2026-04-24T15:53:14Z</dcterms:created>
  <dcterms:modified xsi:type="dcterms:W3CDTF">2026-04-24T15:53:14Z</dcterms:modified>
</cp:coreProperties>
</file>