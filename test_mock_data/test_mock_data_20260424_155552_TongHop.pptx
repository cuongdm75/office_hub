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4A36E-2B7E-B26E-EA90-52EE78DC72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C43D4D6-D13E-6BF5-BFEC-2C1A6C11CE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3F2A88-7E34-231F-2366-8D98F2CD0031}"/>
              </a:ext>
            </a:extLst>
          </p:cNvPr>
          <p:cNvSpPr>
            <a:spLocks noGrp="1"/>
          </p:cNvSpPr>
          <p:nvPr>
            <p:ph type="dt" sz="half" idx="10"/>
          </p:nvPr>
        </p:nvSpPr>
        <p:spPr/>
        <p:txBody>
          <a:bodyPr/>
          <a:lstStyle/>
          <a:p>
            <a:fld id="{7C4ADD8C-1D72-4306-80B2-9CA78D9F8E8F}" type="datetimeFigureOut">
              <a:rPr lang="en-US" smtClean="0"/>
              <a:t>4/24/2026</a:t>
            </a:fld>
            <a:endParaRPr lang="en-US"/>
          </a:p>
        </p:txBody>
      </p:sp>
      <p:sp>
        <p:nvSpPr>
          <p:cNvPr id="5" name="Footer Placeholder 4">
            <a:extLst>
              <a:ext uri="{FF2B5EF4-FFF2-40B4-BE49-F238E27FC236}">
                <a16:creationId xmlns:a16="http://schemas.microsoft.com/office/drawing/2014/main" id="{80FB47B8-510A-D2E8-A8C4-B3885F7ACC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1F3029-5608-701C-7942-603B0B1659BD}"/>
              </a:ext>
            </a:extLst>
          </p:cNvPr>
          <p:cNvSpPr>
            <a:spLocks noGrp="1"/>
          </p:cNvSpPr>
          <p:nvPr>
            <p:ph type="sldNum" sz="quarter" idx="12"/>
          </p:nvPr>
        </p:nvSpPr>
        <p:spPr/>
        <p:txBody>
          <a:bodyPr/>
          <a:lstStyle/>
          <a:p>
            <a:fld id="{6A3E3EFE-4BC9-43A2-8FD2-F205D1D749E4}" type="slidenum">
              <a:rPr lang="en-US" smtClean="0"/>
              <a:t>‹#›</a:t>
            </a:fld>
            <a:endParaRPr lang="en-US"/>
          </a:p>
        </p:txBody>
      </p:sp>
    </p:spTree>
    <p:extLst>
      <p:ext uri="{BB962C8B-B14F-4D97-AF65-F5344CB8AC3E}">
        <p14:creationId xmlns:p14="http://schemas.microsoft.com/office/powerpoint/2010/main" val="1695959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F6B07-C21C-59DA-31F1-0500BD639F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633BC7-CC04-F523-59A6-AA7E15D5BF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84200B-1A46-1E23-78B4-21919635B437}"/>
              </a:ext>
            </a:extLst>
          </p:cNvPr>
          <p:cNvSpPr>
            <a:spLocks noGrp="1"/>
          </p:cNvSpPr>
          <p:nvPr>
            <p:ph type="dt" sz="half" idx="10"/>
          </p:nvPr>
        </p:nvSpPr>
        <p:spPr/>
        <p:txBody>
          <a:bodyPr/>
          <a:lstStyle/>
          <a:p>
            <a:fld id="{7C4ADD8C-1D72-4306-80B2-9CA78D9F8E8F}" type="datetimeFigureOut">
              <a:rPr lang="en-US" smtClean="0"/>
              <a:t>4/24/2026</a:t>
            </a:fld>
            <a:endParaRPr lang="en-US"/>
          </a:p>
        </p:txBody>
      </p:sp>
      <p:sp>
        <p:nvSpPr>
          <p:cNvPr id="5" name="Footer Placeholder 4">
            <a:extLst>
              <a:ext uri="{FF2B5EF4-FFF2-40B4-BE49-F238E27FC236}">
                <a16:creationId xmlns:a16="http://schemas.microsoft.com/office/drawing/2014/main" id="{F76287C0-AB9E-72F3-EE72-0638DD0790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BE7F3F-FAD8-33E8-FA60-E97BA846B0CF}"/>
              </a:ext>
            </a:extLst>
          </p:cNvPr>
          <p:cNvSpPr>
            <a:spLocks noGrp="1"/>
          </p:cNvSpPr>
          <p:nvPr>
            <p:ph type="sldNum" sz="quarter" idx="12"/>
          </p:nvPr>
        </p:nvSpPr>
        <p:spPr/>
        <p:txBody>
          <a:bodyPr/>
          <a:lstStyle/>
          <a:p>
            <a:fld id="{6A3E3EFE-4BC9-43A2-8FD2-F205D1D749E4}" type="slidenum">
              <a:rPr lang="en-US" smtClean="0"/>
              <a:t>‹#›</a:t>
            </a:fld>
            <a:endParaRPr lang="en-US"/>
          </a:p>
        </p:txBody>
      </p:sp>
    </p:spTree>
    <p:extLst>
      <p:ext uri="{BB962C8B-B14F-4D97-AF65-F5344CB8AC3E}">
        <p14:creationId xmlns:p14="http://schemas.microsoft.com/office/powerpoint/2010/main" val="1738244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21B77-8CD0-9342-EB24-65C242B028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947877-2658-6FA7-82C4-8A3281EFCD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6E4BAD-23CD-9A31-3932-C08D8AA85CA1}"/>
              </a:ext>
            </a:extLst>
          </p:cNvPr>
          <p:cNvSpPr>
            <a:spLocks noGrp="1"/>
          </p:cNvSpPr>
          <p:nvPr>
            <p:ph type="dt" sz="half" idx="10"/>
          </p:nvPr>
        </p:nvSpPr>
        <p:spPr/>
        <p:txBody>
          <a:bodyPr/>
          <a:lstStyle/>
          <a:p>
            <a:fld id="{7C4ADD8C-1D72-4306-80B2-9CA78D9F8E8F}" type="datetimeFigureOut">
              <a:rPr lang="en-US" smtClean="0"/>
              <a:t>4/24/2026</a:t>
            </a:fld>
            <a:endParaRPr lang="en-US"/>
          </a:p>
        </p:txBody>
      </p:sp>
      <p:sp>
        <p:nvSpPr>
          <p:cNvPr id="5" name="Footer Placeholder 4">
            <a:extLst>
              <a:ext uri="{FF2B5EF4-FFF2-40B4-BE49-F238E27FC236}">
                <a16:creationId xmlns:a16="http://schemas.microsoft.com/office/drawing/2014/main" id="{7B8EDE87-1C00-105C-3363-7545B5C43A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DBE6A3-4499-33F4-526E-C003E8C0ACA3}"/>
              </a:ext>
            </a:extLst>
          </p:cNvPr>
          <p:cNvSpPr>
            <a:spLocks noGrp="1"/>
          </p:cNvSpPr>
          <p:nvPr>
            <p:ph type="sldNum" sz="quarter" idx="12"/>
          </p:nvPr>
        </p:nvSpPr>
        <p:spPr/>
        <p:txBody>
          <a:bodyPr/>
          <a:lstStyle/>
          <a:p>
            <a:fld id="{6A3E3EFE-4BC9-43A2-8FD2-F205D1D749E4}" type="slidenum">
              <a:rPr lang="en-US" smtClean="0"/>
              <a:t>‹#›</a:t>
            </a:fld>
            <a:endParaRPr lang="en-US"/>
          </a:p>
        </p:txBody>
      </p:sp>
    </p:spTree>
    <p:extLst>
      <p:ext uri="{BB962C8B-B14F-4D97-AF65-F5344CB8AC3E}">
        <p14:creationId xmlns:p14="http://schemas.microsoft.com/office/powerpoint/2010/main" val="907659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F519F-F535-8B1A-F82F-03E8C4C6E7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38223F-97A4-15FE-65B7-36B116EF7C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7E0A3E8-BE35-BD7C-A231-73CE686543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01D643-9319-90A1-CD1C-5582797A843B}"/>
              </a:ext>
            </a:extLst>
          </p:cNvPr>
          <p:cNvSpPr>
            <a:spLocks noGrp="1"/>
          </p:cNvSpPr>
          <p:nvPr>
            <p:ph type="dt" sz="half" idx="10"/>
          </p:nvPr>
        </p:nvSpPr>
        <p:spPr/>
        <p:txBody>
          <a:bodyPr/>
          <a:lstStyle/>
          <a:p>
            <a:fld id="{7C4ADD8C-1D72-4306-80B2-9CA78D9F8E8F}" type="datetimeFigureOut">
              <a:rPr lang="en-US" smtClean="0"/>
              <a:t>4/24/2026</a:t>
            </a:fld>
            <a:endParaRPr lang="en-US"/>
          </a:p>
        </p:txBody>
      </p:sp>
      <p:sp>
        <p:nvSpPr>
          <p:cNvPr id="6" name="Footer Placeholder 5">
            <a:extLst>
              <a:ext uri="{FF2B5EF4-FFF2-40B4-BE49-F238E27FC236}">
                <a16:creationId xmlns:a16="http://schemas.microsoft.com/office/drawing/2014/main" id="{3F2E8654-5B69-3A62-6238-1875195BD5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30A606-5D24-4BBE-2FBC-C4B15AC5F8EF}"/>
              </a:ext>
            </a:extLst>
          </p:cNvPr>
          <p:cNvSpPr>
            <a:spLocks noGrp="1"/>
          </p:cNvSpPr>
          <p:nvPr>
            <p:ph type="sldNum" sz="quarter" idx="12"/>
          </p:nvPr>
        </p:nvSpPr>
        <p:spPr/>
        <p:txBody>
          <a:bodyPr/>
          <a:lstStyle/>
          <a:p>
            <a:fld id="{6A3E3EFE-4BC9-43A2-8FD2-F205D1D749E4}" type="slidenum">
              <a:rPr lang="en-US" smtClean="0"/>
              <a:t>‹#›</a:t>
            </a:fld>
            <a:endParaRPr lang="en-US"/>
          </a:p>
        </p:txBody>
      </p:sp>
    </p:spTree>
    <p:extLst>
      <p:ext uri="{BB962C8B-B14F-4D97-AF65-F5344CB8AC3E}">
        <p14:creationId xmlns:p14="http://schemas.microsoft.com/office/powerpoint/2010/main" val="1090071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DBCE0-2AFD-2A6D-267A-3E958B9010B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D057BF3-7350-B107-A9A0-7ED3F795BE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EC9119-75F5-7962-957F-7B33958D38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5E423F-A724-24C6-E9EC-7D4D365BCB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BC4564-B273-16A4-83D4-05DC664B2E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7B24D0-C934-ADAC-711F-66D629138FE6}"/>
              </a:ext>
            </a:extLst>
          </p:cNvPr>
          <p:cNvSpPr>
            <a:spLocks noGrp="1"/>
          </p:cNvSpPr>
          <p:nvPr>
            <p:ph type="dt" sz="half" idx="10"/>
          </p:nvPr>
        </p:nvSpPr>
        <p:spPr/>
        <p:txBody>
          <a:bodyPr/>
          <a:lstStyle/>
          <a:p>
            <a:fld id="{7C4ADD8C-1D72-4306-80B2-9CA78D9F8E8F}" type="datetimeFigureOut">
              <a:rPr lang="en-US" smtClean="0"/>
              <a:t>4/24/2026</a:t>
            </a:fld>
            <a:endParaRPr lang="en-US"/>
          </a:p>
        </p:txBody>
      </p:sp>
      <p:sp>
        <p:nvSpPr>
          <p:cNvPr id="8" name="Footer Placeholder 7">
            <a:extLst>
              <a:ext uri="{FF2B5EF4-FFF2-40B4-BE49-F238E27FC236}">
                <a16:creationId xmlns:a16="http://schemas.microsoft.com/office/drawing/2014/main" id="{0D55239A-92CD-A677-5EBD-56793B52ACA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0BB601-6EE4-0D00-25AC-D7AD1AABD4CB}"/>
              </a:ext>
            </a:extLst>
          </p:cNvPr>
          <p:cNvSpPr>
            <a:spLocks noGrp="1"/>
          </p:cNvSpPr>
          <p:nvPr>
            <p:ph type="sldNum" sz="quarter" idx="12"/>
          </p:nvPr>
        </p:nvSpPr>
        <p:spPr/>
        <p:txBody>
          <a:bodyPr/>
          <a:lstStyle/>
          <a:p>
            <a:fld id="{6A3E3EFE-4BC9-43A2-8FD2-F205D1D749E4}" type="slidenum">
              <a:rPr lang="en-US" smtClean="0"/>
              <a:t>‹#›</a:t>
            </a:fld>
            <a:endParaRPr lang="en-US"/>
          </a:p>
        </p:txBody>
      </p:sp>
    </p:spTree>
    <p:extLst>
      <p:ext uri="{BB962C8B-B14F-4D97-AF65-F5344CB8AC3E}">
        <p14:creationId xmlns:p14="http://schemas.microsoft.com/office/powerpoint/2010/main" val="241560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82B23-A8D0-BA72-2C3B-D8E0C55A1C4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3330ECA-EEB2-6DC9-3B8D-E0B7417B7652}"/>
              </a:ext>
            </a:extLst>
          </p:cNvPr>
          <p:cNvSpPr>
            <a:spLocks noGrp="1"/>
          </p:cNvSpPr>
          <p:nvPr>
            <p:ph type="dt" sz="half" idx="10"/>
          </p:nvPr>
        </p:nvSpPr>
        <p:spPr/>
        <p:txBody>
          <a:bodyPr/>
          <a:lstStyle/>
          <a:p>
            <a:fld id="{7C4ADD8C-1D72-4306-80B2-9CA78D9F8E8F}" type="datetimeFigureOut">
              <a:rPr lang="en-US" smtClean="0"/>
              <a:t>4/24/2026</a:t>
            </a:fld>
            <a:endParaRPr lang="en-US"/>
          </a:p>
        </p:txBody>
      </p:sp>
      <p:sp>
        <p:nvSpPr>
          <p:cNvPr id="4" name="Footer Placeholder 3">
            <a:extLst>
              <a:ext uri="{FF2B5EF4-FFF2-40B4-BE49-F238E27FC236}">
                <a16:creationId xmlns:a16="http://schemas.microsoft.com/office/drawing/2014/main" id="{98B80D84-2815-2303-EE72-0CE50D0C53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B2362F0-6052-8FE1-0D22-705295FD9588}"/>
              </a:ext>
            </a:extLst>
          </p:cNvPr>
          <p:cNvSpPr>
            <a:spLocks noGrp="1"/>
          </p:cNvSpPr>
          <p:nvPr>
            <p:ph type="sldNum" sz="quarter" idx="12"/>
          </p:nvPr>
        </p:nvSpPr>
        <p:spPr/>
        <p:txBody>
          <a:bodyPr/>
          <a:lstStyle/>
          <a:p>
            <a:fld id="{6A3E3EFE-4BC9-43A2-8FD2-F205D1D749E4}" type="slidenum">
              <a:rPr lang="en-US" smtClean="0"/>
              <a:t>‹#›</a:t>
            </a:fld>
            <a:endParaRPr lang="en-US"/>
          </a:p>
        </p:txBody>
      </p:sp>
    </p:spTree>
    <p:extLst>
      <p:ext uri="{BB962C8B-B14F-4D97-AF65-F5344CB8AC3E}">
        <p14:creationId xmlns:p14="http://schemas.microsoft.com/office/powerpoint/2010/main" val="1896411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C6915F-FADE-949B-273A-9B0FE7A8321A}"/>
              </a:ext>
            </a:extLst>
          </p:cNvPr>
          <p:cNvSpPr>
            <a:spLocks noGrp="1"/>
          </p:cNvSpPr>
          <p:nvPr>
            <p:ph type="dt" sz="half" idx="10"/>
          </p:nvPr>
        </p:nvSpPr>
        <p:spPr/>
        <p:txBody>
          <a:bodyPr/>
          <a:lstStyle/>
          <a:p>
            <a:fld id="{7C4ADD8C-1D72-4306-80B2-9CA78D9F8E8F}" type="datetimeFigureOut">
              <a:rPr lang="en-US" smtClean="0"/>
              <a:t>4/24/2026</a:t>
            </a:fld>
            <a:endParaRPr lang="en-US"/>
          </a:p>
        </p:txBody>
      </p:sp>
      <p:sp>
        <p:nvSpPr>
          <p:cNvPr id="3" name="Footer Placeholder 2">
            <a:extLst>
              <a:ext uri="{FF2B5EF4-FFF2-40B4-BE49-F238E27FC236}">
                <a16:creationId xmlns:a16="http://schemas.microsoft.com/office/drawing/2014/main" id="{3CA365C3-251B-E2AE-E019-67269F47B0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066-345C-B1C7-176C-FBA6806F2C8D}"/>
              </a:ext>
            </a:extLst>
          </p:cNvPr>
          <p:cNvSpPr>
            <a:spLocks noGrp="1"/>
          </p:cNvSpPr>
          <p:nvPr>
            <p:ph type="sldNum" sz="quarter" idx="12"/>
          </p:nvPr>
        </p:nvSpPr>
        <p:spPr/>
        <p:txBody>
          <a:bodyPr/>
          <a:lstStyle/>
          <a:p>
            <a:fld id="{6A3E3EFE-4BC9-43A2-8FD2-F205D1D749E4}" type="slidenum">
              <a:rPr lang="en-US" smtClean="0"/>
              <a:t>‹#›</a:t>
            </a:fld>
            <a:endParaRPr lang="en-US"/>
          </a:p>
        </p:txBody>
      </p:sp>
    </p:spTree>
    <p:extLst>
      <p:ext uri="{BB962C8B-B14F-4D97-AF65-F5344CB8AC3E}">
        <p14:creationId xmlns:p14="http://schemas.microsoft.com/office/powerpoint/2010/main" val="1252104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0DAB0-07DC-36E6-6A1C-53FC23D997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2EC59A-F1BC-AF3F-A40D-D7A03A9540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4CD542-5E64-C7E3-E4FC-A22CD5E622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B1518D-B2AB-64D5-7ACF-538509155520}"/>
              </a:ext>
            </a:extLst>
          </p:cNvPr>
          <p:cNvSpPr>
            <a:spLocks noGrp="1"/>
          </p:cNvSpPr>
          <p:nvPr>
            <p:ph type="dt" sz="half" idx="10"/>
          </p:nvPr>
        </p:nvSpPr>
        <p:spPr/>
        <p:txBody>
          <a:bodyPr/>
          <a:lstStyle/>
          <a:p>
            <a:fld id="{7C4ADD8C-1D72-4306-80B2-9CA78D9F8E8F}" type="datetimeFigureOut">
              <a:rPr lang="en-US" smtClean="0"/>
              <a:t>4/24/2026</a:t>
            </a:fld>
            <a:endParaRPr lang="en-US"/>
          </a:p>
        </p:txBody>
      </p:sp>
      <p:sp>
        <p:nvSpPr>
          <p:cNvPr id="6" name="Footer Placeholder 5">
            <a:extLst>
              <a:ext uri="{FF2B5EF4-FFF2-40B4-BE49-F238E27FC236}">
                <a16:creationId xmlns:a16="http://schemas.microsoft.com/office/drawing/2014/main" id="{99B180DA-A8B0-20E3-7D7B-F308EFA021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F3F366-121D-018D-6619-AE5F4A91DB80}"/>
              </a:ext>
            </a:extLst>
          </p:cNvPr>
          <p:cNvSpPr>
            <a:spLocks noGrp="1"/>
          </p:cNvSpPr>
          <p:nvPr>
            <p:ph type="sldNum" sz="quarter" idx="12"/>
          </p:nvPr>
        </p:nvSpPr>
        <p:spPr/>
        <p:txBody>
          <a:bodyPr/>
          <a:lstStyle/>
          <a:p>
            <a:fld id="{6A3E3EFE-4BC9-43A2-8FD2-F205D1D749E4}" type="slidenum">
              <a:rPr lang="en-US" smtClean="0"/>
              <a:t>‹#›</a:t>
            </a:fld>
            <a:endParaRPr lang="en-US"/>
          </a:p>
        </p:txBody>
      </p:sp>
    </p:spTree>
    <p:extLst>
      <p:ext uri="{BB962C8B-B14F-4D97-AF65-F5344CB8AC3E}">
        <p14:creationId xmlns:p14="http://schemas.microsoft.com/office/powerpoint/2010/main" val="2946942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13031-A8D4-0B9C-1A75-606CB126E9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CF80D7-ED9D-6018-5BAF-171D6C2CCC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52751-EE3A-0EC3-CFEA-9D5DDAC96D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8C3E7C-B2AD-D97D-1F46-FC170409C8B6}"/>
              </a:ext>
            </a:extLst>
          </p:cNvPr>
          <p:cNvSpPr>
            <a:spLocks noGrp="1"/>
          </p:cNvSpPr>
          <p:nvPr>
            <p:ph type="dt" sz="half" idx="10"/>
          </p:nvPr>
        </p:nvSpPr>
        <p:spPr/>
        <p:txBody>
          <a:bodyPr/>
          <a:lstStyle/>
          <a:p>
            <a:fld id="{7C4ADD8C-1D72-4306-80B2-9CA78D9F8E8F}" type="datetimeFigureOut">
              <a:rPr lang="en-US" smtClean="0"/>
              <a:t>4/24/2026</a:t>
            </a:fld>
            <a:endParaRPr lang="en-US"/>
          </a:p>
        </p:txBody>
      </p:sp>
      <p:sp>
        <p:nvSpPr>
          <p:cNvPr id="6" name="Footer Placeholder 5">
            <a:extLst>
              <a:ext uri="{FF2B5EF4-FFF2-40B4-BE49-F238E27FC236}">
                <a16:creationId xmlns:a16="http://schemas.microsoft.com/office/drawing/2014/main" id="{9D937CCA-9F5D-8CFA-07DC-D81505AF31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E90252-A90C-F381-5113-68AE8AFA4837}"/>
              </a:ext>
            </a:extLst>
          </p:cNvPr>
          <p:cNvSpPr>
            <a:spLocks noGrp="1"/>
          </p:cNvSpPr>
          <p:nvPr>
            <p:ph type="sldNum" sz="quarter" idx="12"/>
          </p:nvPr>
        </p:nvSpPr>
        <p:spPr/>
        <p:txBody>
          <a:bodyPr/>
          <a:lstStyle/>
          <a:p>
            <a:fld id="{6A3E3EFE-4BC9-43A2-8FD2-F205D1D749E4}" type="slidenum">
              <a:rPr lang="en-US" smtClean="0"/>
              <a:t>‹#›</a:t>
            </a:fld>
            <a:endParaRPr lang="en-US"/>
          </a:p>
        </p:txBody>
      </p:sp>
    </p:spTree>
    <p:extLst>
      <p:ext uri="{BB962C8B-B14F-4D97-AF65-F5344CB8AC3E}">
        <p14:creationId xmlns:p14="http://schemas.microsoft.com/office/powerpoint/2010/main" val="1685706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C8F0A-405C-BA07-52E0-49F87710EA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0897C6-5BD0-B6EE-5D89-E0F5028A4A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429EE0-77F5-6381-4FAA-A074F607572A}"/>
              </a:ext>
            </a:extLst>
          </p:cNvPr>
          <p:cNvSpPr>
            <a:spLocks noGrp="1"/>
          </p:cNvSpPr>
          <p:nvPr>
            <p:ph type="dt" sz="half" idx="10"/>
          </p:nvPr>
        </p:nvSpPr>
        <p:spPr/>
        <p:txBody>
          <a:bodyPr/>
          <a:lstStyle/>
          <a:p>
            <a:fld id="{7C4ADD8C-1D72-4306-80B2-9CA78D9F8E8F}" type="datetimeFigureOut">
              <a:rPr lang="en-US" smtClean="0"/>
              <a:t>4/24/2026</a:t>
            </a:fld>
            <a:endParaRPr lang="en-US"/>
          </a:p>
        </p:txBody>
      </p:sp>
      <p:sp>
        <p:nvSpPr>
          <p:cNvPr id="5" name="Footer Placeholder 4">
            <a:extLst>
              <a:ext uri="{FF2B5EF4-FFF2-40B4-BE49-F238E27FC236}">
                <a16:creationId xmlns:a16="http://schemas.microsoft.com/office/drawing/2014/main" id="{F1DC0220-1454-2B7A-10DA-5507ADAD29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ADB0EC-C286-9B75-05A0-C2ABE1796899}"/>
              </a:ext>
            </a:extLst>
          </p:cNvPr>
          <p:cNvSpPr>
            <a:spLocks noGrp="1"/>
          </p:cNvSpPr>
          <p:nvPr>
            <p:ph type="sldNum" sz="quarter" idx="12"/>
          </p:nvPr>
        </p:nvSpPr>
        <p:spPr/>
        <p:txBody>
          <a:bodyPr/>
          <a:lstStyle/>
          <a:p>
            <a:fld id="{6A3E3EFE-4BC9-43A2-8FD2-F205D1D749E4}" type="slidenum">
              <a:rPr lang="en-US" smtClean="0"/>
              <a:t>‹#›</a:t>
            </a:fld>
            <a:endParaRPr lang="en-US"/>
          </a:p>
        </p:txBody>
      </p:sp>
    </p:spTree>
    <p:extLst>
      <p:ext uri="{BB962C8B-B14F-4D97-AF65-F5344CB8AC3E}">
        <p14:creationId xmlns:p14="http://schemas.microsoft.com/office/powerpoint/2010/main" val="1916185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5396CE-DF1B-38CA-656B-9767C10076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E68751-8464-CA65-D44B-88000E4FF3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E811FA-05F7-0B98-1B63-75CBBF738DB2}"/>
              </a:ext>
            </a:extLst>
          </p:cNvPr>
          <p:cNvSpPr>
            <a:spLocks noGrp="1"/>
          </p:cNvSpPr>
          <p:nvPr>
            <p:ph type="dt" sz="half" idx="10"/>
          </p:nvPr>
        </p:nvSpPr>
        <p:spPr/>
        <p:txBody>
          <a:bodyPr/>
          <a:lstStyle/>
          <a:p>
            <a:fld id="{7C4ADD8C-1D72-4306-80B2-9CA78D9F8E8F}" type="datetimeFigureOut">
              <a:rPr lang="en-US" smtClean="0"/>
              <a:t>4/24/2026</a:t>
            </a:fld>
            <a:endParaRPr lang="en-US"/>
          </a:p>
        </p:txBody>
      </p:sp>
      <p:sp>
        <p:nvSpPr>
          <p:cNvPr id="5" name="Footer Placeholder 4">
            <a:extLst>
              <a:ext uri="{FF2B5EF4-FFF2-40B4-BE49-F238E27FC236}">
                <a16:creationId xmlns:a16="http://schemas.microsoft.com/office/drawing/2014/main" id="{B7017028-0439-3BD8-5360-FEDC4EA885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099871-D1A5-72A9-C5CE-E590FCFA6F2F}"/>
              </a:ext>
            </a:extLst>
          </p:cNvPr>
          <p:cNvSpPr>
            <a:spLocks noGrp="1"/>
          </p:cNvSpPr>
          <p:nvPr>
            <p:ph type="sldNum" sz="quarter" idx="12"/>
          </p:nvPr>
        </p:nvSpPr>
        <p:spPr/>
        <p:txBody>
          <a:bodyPr/>
          <a:lstStyle/>
          <a:p>
            <a:fld id="{6A3E3EFE-4BC9-43A2-8FD2-F205D1D749E4}" type="slidenum">
              <a:rPr lang="en-US" smtClean="0"/>
              <a:t>‹#›</a:t>
            </a:fld>
            <a:endParaRPr lang="en-US"/>
          </a:p>
        </p:txBody>
      </p:sp>
    </p:spTree>
    <p:extLst>
      <p:ext uri="{BB962C8B-B14F-4D97-AF65-F5344CB8AC3E}">
        <p14:creationId xmlns:p14="http://schemas.microsoft.com/office/powerpoint/2010/main" val="2563417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BD9C5-6C2D-AB63-8FF9-5F3EFCA9330E}"/>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E0226ABD-5DE4-BF32-89C4-EF2B31E8F875}"/>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1BC3FA-3FA1-82A2-278A-B9B1FB08B823}"/>
              </a:ext>
            </a:extLst>
          </p:cNvPr>
          <p:cNvSpPr>
            <a:spLocks noGrp="1"/>
          </p:cNvSpPr>
          <p:nvPr>
            <p:ph type="dt" sz="half" idx="10"/>
          </p:nvPr>
        </p:nvSpPr>
        <p:spPr/>
        <p:txBody>
          <a:bodyPr/>
          <a:lstStyle/>
          <a:p>
            <a:fld id="{7C4ADD8C-1D72-4306-80B2-9CA78D9F8E8F}" type="datetimeFigureOut">
              <a:rPr lang="en-US" smtClean="0"/>
              <a:t>4/24/2026</a:t>
            </a:fld>
            <a:endParaRPr lang="en-US"/>
          </a:p>
        </p:txBody>
      </p:sp>
      <p:sp>
        <p:nvSpPr>
          <p:cNvPr id="5" name="Footer Placeholder 4">
            <a:extLst>
              <a:ext uri="{FF2B5EF4-FFF2-40B4-BE49-F238E27FC236}">
                <a16:creationId xmlns:a16="http://schemas.microsoft.com/office/drawing/2014/main" id="{BC78DF2F-BFDC-70B4-C59B-5842012396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49CEB9-6925-1E88-ABB2-EB7925CAFE01}"/>
              </a:ext>
            </a:extLst>
          </p:cNvPr>
          <p:cNvSpPr>
            <a:spLocks noGrp="1"/>
          </p:cNvSpPr>
          <p:nvPr>
            <p:ph type="sldNum" sz="quarter" idx="12"/>
          </p:nvPr>
        </p:nvSpPr>
        <p:spPr/>
        <p:txBody>
          <a:bodyPr/>
          <a:lstStyle/>
          <a:p>
            <a:fld id="{6A3E3EFE-4BC9-43A2-8FD2-F205D1D749E4}" type="slidenum">
              <a:rPr lang="en-US" smtClean="0"/>
              <a:t>‹#›</a:t>
            </a:fld>
            <a:endParaRPr lang="en-US"/>
          </a:p>
        </p:txBody>
      </p:sp>
    </p:spTree>
    <p:extLst>
      <p:ext uri="{BB962C8B-B14F-4D97-AF65-F5344CB8AC3E}">
        <p14:creationId xmlns:p14="http://schemas.microsoft.com/office/powerpoint/2010/main" val="2867012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EA09B8-1C04-10B0-5639-D63377DAE8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1DABD6-B2EE-502D-D7CF-CF354A2615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217A7E-43EE-8A66-C82D-A04F622E70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C4ADD8C-1D72-4306-80B2-9CA78D9F8E8F}" type="datetimeFigureOut">
              <a:rPr lang="en-US" smtClean="0"/>
              <a:t>4/24/2026</a:t>
            </a:fld>
            <a:endParaRPr lang="en-US"/>
          </a:p>
        </p:txBody>
      </p:sp>
      <p:sp>
        <p:nvSpPr>
          <p:cNvPr id="5" name="Footer Placeholder 4">
            <a:extLst>
              <a:ext uri="{FF2B5EF4-FFF2-40B4-BE49-F238E27FC236}">
                <a16:creationId xmlns:a16="http://schemas.microsoft.com/office/drawing/2014/main" id="{27362975-E4D8-7C30-C7A8-41FB1AA3F5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DD132CA-A639-5C3A-CD79-CCAE49607E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3E3EFE-4BC9-43A2-8FD2-F205D1D749E4}" type="slidenum">
              <a:rPr lang="en-US" smtClean="0"/>
              <a:t>‹#›</a:t>
            </a:fld>
            <a:endParaRPr lang="en-US"/>
          </a:p>
        </p:txBody>
      </p:sp>
    </p:spTree>
    <p:extLst>
      <p:ext uri="{BB962C8B-B14F-4D97-AF65-F5344CB8AC3E}">
        <p14:creationId xmlns:p14="http://schemas.microsoft.com/office/powerpoint/2010/main" val="12192688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E36BC-C8F9-B759-9C34-E8586283A608}"/>
              </a:ext>
            </a:extLst>
          </p:cNvPr>
          <p:cNvSpPr>
            <a:spLocks noGrp="1"/>
          </p:cNvSpPr>
          <p:nvPr>
            <p:ph type="title"/>
          </p:nvPr>
        </p:nvSpPr>
        <p:spPr/>
        <p:txBody>
          <a:bodyPr/>
          <a:lstStyle/>
          <a:p>
            <a:r>
              <a:rPr lang="en-US"/>
              <a:t>BaoCao_Q4.xlsx</a:t>
            </a:r>
          </a:p>
        </p:txBody>
      </p:sp>
      <p:sp>
        <p:nvSpPr>
          <p:cNvPr id="3" name="Text Placeholder 2">
            <a:extLst>
              <a:ext uri="{FF2B5EF4-FFF2-40B4-BE49-F238E27FC236}">
                <a16:creationId xmlns:a16="http://schemas.microsoft.com/office/drawing/2014/main" id="{B6A12E89-F023-49FF-F856-48484F9BDE86}"/>
              </a:ext>
            </a:extLst>
          </p:cNvPr>
          <p:cNvSpPr>
            <a:spLocks noGrp="1"/>
          </p:cNvSpPr>
          <p:nvPr>
            <p:ph type="body" idx="1"/>
          </p:nvPr>
        </p:nvSpPr>
        <p:spPr/>
        <p:txBody>
          <a:bodyPr/>
          <a:lstStyle/>
          <a:p>
            <a:r>
              <a:rPr lang="vi-VN"/>
              <a:t>Tài liệu `BaoCao_Q4.xlsx` trình bày dữ liệu tài chính quý 4 với các chỉ số doanh thu, chi phí và lợi nhuận từ tháng 10 đến tháng 12. Doanh thu có xu hướng tăng mạnh qua từng tháng, bắt đầu từ 1.5 tỷ VNĐ và đạt đỉnh 2.5 tỷ VNĐ vào cuối quý. Lợi nhuận cũng tăng trưởng tương ứng từ 700 triệu lên 1.3 tỷ VNĐ, trong khi chi phí hoạt động tăng từ 800 triệu lên 1.2 tỷ VNĐ. Đáng chú ý, cả ba tháng trong quý đều hoàn thành tốt và đạt chỉ tiêu đề ra.</a:t>
            </a:r>
            <a:endParaRPr lang="en-US"/>
          </a:p>
        </p:txBody>
      </p:sp>
    </p:spTree>
    <p:extLst>
      <p:ext uri="{BB962C8B-B14F-4D97-AF65-F5344CB8AC3E}">
        <p14:creationId xmlns:p14="http://schemas.microsoft.com/office/powerpoint/2010/main" val="3022199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51FB1-6727-3F57-B710-4DCE3F430B1D}"/>
              </a:ext>
            </a:extLst>
          </p:cNvPr>
          <p:cNvSpPr>
            <a:spLocks noGrp="1"/>
          </p:cNvSpPr>
          <p:nvPr>
            <p:ph type="title"/>
          </p:nvPr>
        </p:nvSpPr>
        <p:spPr/>
        <p:txBody>
          <a:bodyPr/>
          <a:lstStyle/>
          <a:p>
            <a:r>
              <a:rPr lang="en-US"/>
              <a:t>Presentation_Template.pptx</a:t>
            </a:r>
          </a:p>
        </p:txBody>
      </p:sp>
      <p:sp>
        <p:nvSpPr>
          <p:cNvPr id="3" name="Text Placeholder 2">
            <a:extLst>
              <a:ext uri="{FF2B5EF4-FFF2-40B4-BE49-F238E27FC236}">
                <a16:creationId xmlns:a16="http://schemas.microsoft.com/office/drawing/2014/main" id="{967A9E2F-4A3F-E65B-D580-647CDE7AEFE2}"/>
              </a:ext>
            </a:extLst>
          </p:cNvPr>
          <p:cNvSpPr>
            <a:spLocks noGrp="1"/>
          </p:cNvSpPr>
          <p:nvPr>
            <p:ph type="body" idx="1"/>
          </p:nvPr>
        </p:nvSpPr>
        <p:spPr/>
        <p:txBody>
          <a:bodyPr/>
          <a:lstStyle/>
          <a:p>
            <a:r>
              <a:rPr lang="vi-VN"/>
              <a:t>Tài liệu `Presentation_Template.pptx` bao gồm 2 slide trình bày về việc phát hành phiên bản mới của sản phẩm. Slide đầu tiên thông báo về OFFICE HUB V1.1 RELEASE, trong khi slide thứ hai mô tả các tính năng mới. Thông tin phiên bản V1.1 là dữ liệu cụ thể duy nhất được đề cập trong cấu trúc tệp này. Nội dung chủ yếu tập trung vào việc thông báo phát hành và liệt kê các cải tiến chức năng.</a:t>
            </a:r>
            <a:endParaRPr lang="en-US"/>
          </a:p>
        </p:txBody>
      </p:sp>
    </p:spTree>
    <p:extLst>
      <p:ext uri="{BB962C8B-B14F-4D97-AF65-F5344CB8AC3E}">
        <p14:creationId xmlns:p14="http://schemas.microsoft.com/office/powerpoint/2010/main" val="1029255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FD471-0884-745A-E11C-E6C6D5825261}"/>
              </a:ext>
            </a:extLst>
          </p:cNvPr>
          <p:cNvSpPr>
            <a:spLocks noGrp="1"/>
          </p:cNvSpPr>
          <p:nvPr>
            <p:ph type="title"/>
          </p:nvPr>
        </p:nvSpPr>
        <p:spPr/>
        <p:txBody>
          <a:bodyPr/>
          <a:lstStyle/>
          <a:p>
            <a:r>
              <a:rPr lang="en-US"/>
              <a:t>DuAn_TongHop.docx</a:t>
            </a:r>
          </a:p>
        </p:txBody>
      </p:sp>
      <p:sp>
        <p:nvSpPr>
          <p:cNvPr id="3" name="Text Placeholder 2">
            <a:extLst>
              <a:ext uri="{FF2B5EF4-FFF2-40B4-BE49-F238E27FC236}">
                <a16:creationId xmlns:a16="http://schemas.microsoft.com/office/drawing/2014/main" id="{01EB1130-4C99-1562-6413-FE349B64F13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64053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B599D-498C-CF7E-D585-D5C114522407}"/>
              </a:ext>
            </a:extLst>
          </p:cNvPr>
          <p:cNvSpPr>
            <a:spLocks noGrp="1"/>
          </p:cNvSpPr>
          <p:nvPr>
            <p:ph type="title"/>
          </p:nvPr>
        </p:nvSpPr>
        <p:spPr/>
        <p:txBody>
          <a:bodyPr/>
          <a:lstStyle/>
          <a:p>
            <a:r>
              <a:rPr lang="en-US"/>
              <a:t>test_mock_data_20260424_155312_TongHop.pptx</a:t>
            </a:r>
          </a:p>
        </p:txBody>
      </p:sp>
      <p:sp>
        <p:nvSpPr>
          <p:cNvPr id="3" name="Text Placeholder 2">
            <a:extLst>
              <a:ext uri="{FF2B5EF4-FFF2-40B4-BE49-F238E27FC236}">
                <a16:creationId xmlns:a16="http://schemas.microsoft.com/office/drawing/2014/main" id="{902DDB85-4541-B371-1EA8-CA447AD52AF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263797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230</Words>
  <Application>Microsoft Office PowerPoint</Application>
  <PresentationFormat>Widescreen</PresentationFormat>
  <Paragraphs>6</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BaoCao_Q4.xlsx</vt:lpstr>
      <vt:lpstr>Presentation_Template.pptx</vt:lpstr>
      <vt:lpstr>DuAn_TongHop.docx</vt:lpstr>
      <vt:lpstr>test_mock_data_20260424_155312_TongHop.pptx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Cuong, Dinh Manh (PA)</dc:creator>
  <cp:lastModifiedBy>Cuong, Dinh Manh (PA)</cp:lastModifiedBy>
  <cp:revision>1</cp:revision>
  <dcterms:created xsi:type="dcterms:W3CDTF">2026-04-24T15:55:53Z</dcterms:created>
  <dcterms:modified xsi:type="dcterms:W3CDTF">2026-04-24T15:55:53Z</dcterms:modified>
</cp:coreProperties>
</file>